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Consolas Bold" panose="020B0709020204030204" pitchFamily="49" charset="0"/>
      <p:regular r:id="rId10"/>
      <p:bold r:id="rId11"/>
    </p:embeddedFont>
    <p:embeddedFont>
      <p:font typeface="Garet" panose="020B0604020202020204" charset="0"/>
      <p:regular r:id="rId12"/>
    </p:embeddedFont>
    <p:embeddedFont>
      <p:font typeface="Garet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38820-751A-48F2-9D59-D9574F4CF05F}" type="datetimeFigureOut">
              <a:rPr lang="en-PH" smtClean="0"/>
              <a:t>08/11/2025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65B9F-CEF2-4A98-B47D-E6F90DC7351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28236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D65B9F-CEF2-4A98-B47D-E6F90DC7351D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6870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81400" y="4782502"/>
            <a:ext cx="11125199" cy="721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P2 - Looking for Group Synchronization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049000" y="5676900"/>
            <a:ext cx="3521869" cy="5059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Luis Miguel Robles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21279"/>
            <a:ext cx="16230600" cy="4471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Instead of creating thousands of threads for thousands of parties....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Create a fixed pool of </a:t>
            </a: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worker threads!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Each thread represents one dungeon instance.</a:t>
            </a:r>
          </a:p>
          <a:p>
            <a:pPr algn="l">
              <a:lnSpc>
                <a:spcPts val="4480"/>
              </a:lnSpc>
            </a:pPr>
            <a:endParaRPr lang="en-US" sz="32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threads run an </a:t>
            </a:r>
            <a:r>
              <a:rPr lang="en-US" sz="32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instance_task</a:t>
            </a: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function and run until all possible parties are served.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33478" y="8191500"/>
            <a:ext cx="15021044" cy="705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void </a:t>
            </a:r>
            <a:r>
              <a:rPr lang="en-US" sz="4199" b="1" dirty="0" err="1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instance_task</a:t>
            </a:r>
            <a:r>
              <a:rPr lang="en-US" sz="4199" b="1" dirty="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(int </a:t>
            </a:r>
            <a:r>
              <a:rPr lang="en-US" sz="4199" b="1" dirty="0" err="1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instance_id</a:t>
            </a:r>
            <a:r>
              <a:rPr lang="en-US" sz="4199" b="1" dirty="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, int t1, int t2)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942975"/>
            <a:ext cx="1623060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Thread Pool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621279"/>
            <a:ext cx="811530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shared data: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942975"/>
            <a:ext cx="1623060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Synchronization Mechanisms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3299720"/>
            <a:ext cx="4533900" cy="705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dirty="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std::mutex </a:t>
            </a:r>
            <a:r>
              <a:rPr lang="en-US" sz="4199" b="1" dirty="0" err="1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mtx</a:t>
            </a:r>
            <a:r>
              <a:rPr lang="en-US" sz="4199" b="1" dirty="0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;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4628803"/>
            <a:ext cx="7505700" cy="3134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Primary mutex that protects shared data: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</a:t>
            </a:r>
            <a:r>
              <a:rPr lang="en-US" sz="29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three std::queue&lt;Player&gt; </a:t>
            </a: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objects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</a:t>
            </a:r>
            <a:r>
              <a:rPr lang="en-US" sz="2900" b="1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parties_remaining</a:t>
            </a:r>
            <a:r>
              <a:rPr lang="en-US" sz="29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counter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All statistics vectors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2621279"/>
            <a:ext cx="8115300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For std::cout: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0" y="3299852"/>
            <a:ext cx="6001358" cy="78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std::mutex cout_mtx;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4000" y="4885978"/>
            <a:ext cx="8115300" cy="2083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Dedicated mutex for protecting </a:t>
            </a:r>
            <a:r>
              <a:rPr lang="en-US" sz="2900" b="1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std::</a:t>
            </a:r>
            <a:r>
              <a:rPr lang="en-US" sz="2900" b="1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cout</a:t>
            </a: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just">
              <a:lnSpc>
                <a:spcPts val="4060"/>
              </a:lnSpc>
            </a:pPr>
            <a:r>
              <a:rPr lang="en-US" sz="29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is key to preventing deadlocks, as it ensures a thread never holds the data lock while waiting for the console.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Synchronization Mechanisms (Continued!)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060613"/>
            <a:ext cx="8122883" cy="788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Consolas Bold"/>
                <a:ea typeface="Consolas Bold"/>
                <a:cs typeface="Consolas Bold"/>
                <a:sym typeface="Consolas Bold"/>
              </a:rPr>
              <a:t>std::condition_variable cv;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4631835"/>
            <a:ext cx="16230600" cy="357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"signaling" mechanism that prevents inefficient busy-waiting (checking in a loop).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Threads go to sleep by calling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cv.wait(lock, ...) 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until signaled.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wait condition is a lambda: </a:t>
            </a:r>
          </a:p>
          <a:p>
            <a:pPr marL="1252224" lvl="2" indent="-417408" algn="l">
              <a:lnSpc>
                <a:spcPts val="4060"/>
              </a:lnSpc>
              <a:buFont typeface="Arial"/>
              <a:buChar char="⚬"/>
            </a:pP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[&amp;]{ return (players_ready) || (parties_remaining &lt;= 0); }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cv.notify_all()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is called when an instance frees up, waking sleeping threads to re-check conditions.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instance_task </a:t>
            </a:r>
            <a:r>
              <a:rPr lang="en-US" sz="4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Lifecycle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50369"/>
            <a:ext cx="16230600" cy="357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Thread locks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mtx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and calls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cv.wait()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Wakes up, verifies resources, and pops players from the queue using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pop()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 Unlocks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mtx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Outside the lock, the thread simulates the dungeon by calling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std::this_thread::sleep_for(run_time)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626112" lvl="1" indent="-313056" algn="l">
              <a:lnSpc>
                <a:spcPts val="4060"/>
              </a:lnSpc>
              <a:buAutoNum type="arabicPeriod"/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Locks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mtx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marks instance as empty, updates stats, and calls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cv.notify_all()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to wake up other threads.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Preventing Deadlocks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50369"/>
            <a:ext cx="16230600" cy="203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deadlock could happen if: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Thread A holds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mtx 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and waits for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cout_mtx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marL="626112" lvl="1" indent="-313056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Thread B holds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cout_mtx 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and waits for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mtx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5544498"/>
            <a:ext cx="16230600" cy="1517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workaround for this is to never hold both locks at once.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Locks are only held for short, critical sections. Blocking calls (like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sleep_for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or printing) are never made while holding the main data lock.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2975"/>
            <a:ext cx="16230600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Preventing Starvation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750369"/>
            <a:ext cx="16230600" cy="203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If we used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cv.notify_one()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it's possible that the same thread gets notified every time.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thread could wait forever, even with available players, starving it of work.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5544498"/>
            <a:ext cx="16230600" cy="306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use </a:t>
            </a:r>
            <a:r>
              <a:rPr lang="en-US" sz="29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cv.notify_all() </a:t>
            </a: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when a party finishes.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wakes up all waiting threads, giving them all a fair chance to race for the mtx lock and re-check the player queues.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endParaRPr lang="en-US" sz="29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ensures all instances stay busy and no thread starves.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478</Words>
  <Application>Microsoft Office PowerPoint</Application>
  <PresentationFormat>Custom</PresentationFormat>
  <Paragraphs>50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Aptos</vt:lpstr>
      <vt:lpstr>Garet Bold</vt:lpstr>
      <vt:lpstr>Garet</vt:lpstr>
      <vt:lpstr>Consolas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P2 - Looking for Group Synchronization</dc:title>
  <cp:lastModifiedBy>Luis Miguel  P. Robles</cp:lastModifiedBy>
  <cp:revision>2</cp:revision>
  <dcterms:created xsi:type="dcterms:W3CDTF">2006-08-16T00:00:00Z</dcterms:created>
  <dcterms:modified xsi:type="dcterms:W3CDTF">2025-11-08T02:47:25Z</dcterms:modified>
  <dc:identifier>DAG4BtHIhTY</dc:identifier>
</cp:coreProperties>
</file>